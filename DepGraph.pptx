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8FAFC"/>
                </a:solidFill>
                <a:latin typeface="Calibri"/>
              </a:defRPr>
            </a:pPr>
            <a:r>
              <a:t>DepGraph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BDC5D0"/>
                </a:solidFill>
                <a:latin typeface="Calibri"/>
              </a:defRPr>
            </a:pPr>
            <a:r>
              <a:t>Interactive Source Dependency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Calibri"/>
              </a:rPr>
              <a:t>Parse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8B5CF6"/>
                </a:solidFill>
                <a:latin typeface="Calibri"/>
              </a:rPr>
              <a:t>Graph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10B981"/>
                </a:solidFill>
                <a:latin typeface="Calibri"/>
              </a:rPr>
              <a:t>Visualize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F59E0B"/>
                </a:solidFill>
                <a:latin typeface="Calibri"/>
              </a:rPr>
              <a:t>Detect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Harrison Stephan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DEPENDENCY GRAPHS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54864" cy="2560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Hidden 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Large codebases accumulate silent dependencies between modules. A change in one file ripples through dozens — nobody knows until it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60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Circular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Circular imports cause subtle runtime errors, build failures, and prevent clean module decomposition. They’re notoriously hard to spot in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508760"/>
            <a:ext cx="54864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No Visual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Most developers have no map of their own codebase. Refactoring, onboarding, and impact analysis become guesswork without a dependency visualization.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DepGraph gives your codebase a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 DepGraph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FEATURE OVERVIEW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27048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Two Powerful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Interactive force-directed graph and dependency tree explorer</a:t>
            </a:r>
          </a:p>
        </p:txBody>
      </p:sp>
      <p:sp>
        <p:nvSpPr>
          <p:cNvPr id="7" name="Oval 6"/>
          <p:cNvSpPr/>
          <p:nvPr/>
        </p:nvSpPr>
        <p:spPr>
          <a:xfrm>
            <a:off x="4663440" y="1527048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16-Language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C/C++, JS/TS, Python, Java, Go, Rust, and 10 more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22576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Tarjan’s SCC highlights circular deps in red</a:t>
            </a:r>
          </a:p>
        </p:txBody>
      </p:sp>
      <p:sp>
        <p:nvSpPr>
          <p:cNvPr id="13" name="Oval 12"/>
          <p:cNvSpPr/>
          <p:nvPr/>
        </p:nvSpPr>
        <p:spPr>
          <a:xfrm>
            <a:off x="4663440" y="2322576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Flexible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Upload ZIPs, scan dirs; CLI with tree/JSON/DOT/Mermaid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118104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Risk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6-tier risk scoring: critical, high, warning, normal, entry, system</a:t>
            </a:r>
          </a:p>
        </p:txBody>
      </p:sp>
      <p:sp>
        <p:nvSpPr>
          <p:cNvPr id="19" name="Oval 18"/>
          <p:cNvSpPr/>
          <p:nvPr/>
        </p:nvSpPr>
        <p:spPr>
          <a:xfrm>
            <a:off x="4663440" y="3118104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Multiple Exports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JSON, PNG, Graphviz DOT, and Mermaid output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913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VS Code Extension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Sidebar views, blast radius, cycle detection from your editor</a:t>
            </a:r>
          </a:p>
        </p:txBody>
      </p:sp>
      <p:sp>
        <p:nvSpPr>
          <p:cNvPr id="25" name="Oval 24"/>
          <p:cNvSpPr/>
          <p:nvPr/>
        </p:nvSpPr>
        <p:spPr>
          <a:xfrm>
            <a:off x="4663440" y="3913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Analysis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Simulation, merge/split, story mode, layering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FLASK BACKEND  +  CYTOSCAPE.JS FRONTEND  +  VS CODE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384048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app.py + graph.py + parsers.py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Flask HTTP server + CLI entry point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Regex parsers for 16 languages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Graph engine with risk classification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Tarjan’s SCC + depth/impact/stability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ZIP upload + rate limiting + CSRF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13 API endpoints incl. simulation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index.html + 13 JS modules + style.css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13-module SPA with floating UI panels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Two views: graph and tree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Dagre layout + squarified tree algorithm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Quick Jump (Cmd+K), keyboard shortcuts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JSON / PNG / DOT / Mermaid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70916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Backend  →  JSON  → 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Multi-Language Parsing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16 LANGUAGES — REGEX-BASED IMPORT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C/C++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JS/TS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C#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Swift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Ruby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Kotlin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Scala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PHP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Dart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Elixir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2011680"/>
            <a:ext cx="4937760" cy="269748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2121408"/>
            <a:ext cx="4663440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C / C++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INCLUDE_RE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r'#include\s*(&lt;|")([^&gt;"]+)(&gt;|")')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JavaScript / TypeScript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JS_IMPORT_RE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r'import\s+.*?from\s+[\'"](.+?)[\'"]'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r'|require\s*\(\s*[\'"](.+?)[\'"]')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Python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PY_FROM_IMPORT_RE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r'^from\s+(.+?)\s+import', re.MULTILINE)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057400"/>
            <a:ext cx="73152" cy="731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207568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System vs. 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35000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Angle-bracket includes flagged as system imports, suppressible via hide_system.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017520"/>
            <a:ext cx="73152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303580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Extensionless Probing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31012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JS/TS imports without extensions probe .js, .jsx, .ts, .tsx, and index.* files.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39776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399592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Stdlib Filtering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27024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Frozen stdlib sets for Python, Ruby, and Swift classify system imports without I/O.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Graph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NODES, EDGES, METRICS, AND COLORING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def _build_graph(directory, hide_system, ...):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nodes, edges, node_set = [], [], set()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files_to_parse = _collect_source_files(...)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known_files =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os.path.relpath(fp, directory)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for fp in files_to_parse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def _add_edge(source, target):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edges.append({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"data": {"source": source, "target": target}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if target not in node_set: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"data":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"id": target,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"color": _color_for_path(target)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node_set.add(target)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73152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43560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Deterministic Coloring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75564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Hashes directory name with MD5 into a 20-color cool-tone palette. Same directory = same color.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2606040"/>
            <a:ext cx="73152" cy="868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62432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Node Sizing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94436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Cytoscape frontend counts inbound edges per node and scales width/height proportionally.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379476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381304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Metrics &amp; Risk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13308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Computes depth, impact, stability, reach %, and assigns a 6-tier risk category per node.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TARJAN’S STRONGLY CONNECTED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def _find_sccs(adj):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index_counter = 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stack, indices, lowlinks = [], {}, {}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on_stack, sccs = set(),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def strongconnect(v):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indices[v] = lowlinks[v] = index_counter[0]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index_counter[0] += 1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stack.append(v); on_stack.add(v)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for w in adj.get(v, []):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if w not in indices: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strongconnect(w)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lowlinks[w])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elif w in on_stack: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indices[w])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if lowlinks[v] == indices[v]: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 =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while True: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w = stack.pop()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on_stack.remove(w)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scc.append(w)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if w == v: break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sccs.append(scc)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560" y="1417320"/>
            <a:ext cx="310896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581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What It Detects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8745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Any SCC with more than one node is a cycle. A→B→C→A is caught as one SCC.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60604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2606040"/>
            <a:ext cx="31089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77063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How It’s Surfaced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063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Cyclic edges colored red in Cytoscape. Sidebar lists every cycle with a warning banner.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79476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3560" y="3794760"/>
            <a:ext cx="310896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39593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Complexity: O(V+E)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Linear in the size of the graph. Fast even on large codebases with thousands of files.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CYTOSCAPE.JS + FORCE LAYOUT + TWO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89120" cy="352044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114800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cy = cytoscape({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container: document.getElementById('cy'),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elements: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nodes: data.nodes,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edges: data.edges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style: [{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'node',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'background-color': 'data(color)',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'data(size)',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'height': 'data(size)'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'edge.cyclic',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'line-color': '#EF4444',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2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}],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layout: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name: 'cose', nodeRepulsion: () =&gt; 80000000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});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41732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143560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Cytoscape.js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5564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Battle-tested graph library. Two views: interactive graph and dependency tree.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606040"/>
            <a:ext cx="73152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62432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Force Layout + Focus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94436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Force-directed layout with zoom-aware focus lens that magnifies nodes on hover, scaling with zoom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7947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13-Module SPA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3308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graph-core, views, ui, tools, analysis, exports, query, simulation, story, state, tour, timeline, app. CDN: Cytoscape, dagre, Prism.js, Inter font.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API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THIRTEEN ENDPOINTS — GRAPH, ANALYSIS, AND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4937760" cy="3291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493776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GET  /api/graph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?dir=./src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&amp;hide_system=true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&amp;show_c=true  &amp;show_h=true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&amp;show_js=false &amp;show_cpp=false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&amp;hide_isolated=false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&amp;filter_dir=src/core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Consolas"/>
              </a:rPr>
              <a:t>→ { nodes, edges, has_cycles, cycles 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POST /api/upload  (multipart/form-data)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file: &lt;ZIP archive or source file&gt;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+ same filter params as 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37160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Response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nodes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{id, color, size}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edges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{source, target, color}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4323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has_cycles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Boolean — true if SCC &gt;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7797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cycle member arrays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24612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Other 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30175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onsolas"/>
              </a:defRPr>
            </a:pPr>
            <a:r>
              <a:t>/api/detect  /api/file  /api/diff  /api/layers  /api/rules  /api/simulate  /api/simulate-merge  /api/story  /api/config  /api/csrf-token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THESE TOOLS?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8404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Flask over FastAPI/Django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Even with 11 endpoints, Flask’s minimal surface keeps the server lean — no ORM, no migrations, no config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3840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Regex over AST Parsing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ASTs require per-language toolchains (libclang, tree-sitter). Regex is portable, fast, and sufficient for import extraction.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38404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Cytoscape.js over 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Purpose-built for graph visualization. Built-in dagre layout, click events, and style selectors mean far less custom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017520"/>
            <a:ext cx="38404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Zero-Build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No npm, no webpack, no hot-reload. 14 JS modules plus index.html and style.css — all served by Flask’s static folder.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Features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FILTERS · NAVIGATION · ANALYSIS · EXPORTS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Filters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Toggle 16 languages including C/C++, JS/TS, Python, Java, Go, Rust, Kotlin, Scala, PHP, Dart, Elixir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system/external imports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Auto-detect language mode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Filter to relative directory prefix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isolated nodes (no edges)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Navigation &amp;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Quick Jump (Cmd+K) for fuzzy file search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Risk-based or directory-based coloring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Pan, zoom, minimap, focus lens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Simulation, story mode, layering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Exports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JSON — full node/edge data with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PNG — canvas snapshot with watermark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DOT — Graphviz with subgraph clustering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Mermaid — flowchart syntax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22860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4864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Symbol-Level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Go beyond file-level to function/class imports — show exactly what each module uses.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54864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Monorepo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Handle multi-package repos (yarn workspaces, Go modules, Cargo workspaces) as first-class citizens.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54864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Live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Real-time multi-user graph exploration with shared cursors and annotations.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2743200"/>
            <a:ext cx="54864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Plugin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Extensible architecture for custom parsers, analysis rules, and third-party integrations.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Built with Flask  ·  Cytoscape.js  · 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