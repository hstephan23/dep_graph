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43584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43584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43584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43584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43584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43584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43584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43584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43584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43584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82496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82496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82496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82496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82496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82496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82496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82496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682496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82496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1408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1408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21408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1408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21408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121408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121408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121408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21408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21408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60320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60320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60320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60320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60320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60320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60320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60320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560320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0320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999232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999232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999232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99232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999232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999232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99232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999232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999232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999232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438144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438144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38144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438144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438144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38144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38144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438144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438144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38144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877056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877056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877056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877056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877056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877056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877056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877056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877056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877056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15968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315968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315968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315968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315968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315968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315968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315968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315968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315968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754880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754880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4754880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754880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754880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754880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754880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754880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754880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754880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193792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193792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193792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193792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193792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193792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193792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93792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93792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193792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5632704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632704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632704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632704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632704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632704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5632704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632704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632704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632704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6071616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6071616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071616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71616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071616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071616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1616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071616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071616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71616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510528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510528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510528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10528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10528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10528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510528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510528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510528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6510528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49440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6949440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949440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949440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949440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949440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949440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949440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949440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949440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388352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388352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388352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88352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388352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388352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388352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388352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7388352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7388352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7827264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827264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827264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827264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827264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827264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827264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827264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827264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827264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266176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266176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266176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266176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8266176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8266176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8266176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8266176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266176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8266176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8705088" y="27432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8705088" y="74980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8705088" y="122529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8705088" y="170078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8705088" y="217627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8705088" y="2651760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705088" y="3127248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8705088" y="3602736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8705088" y="4078224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705088" y="4553712"/>
            <a:ext cx="45720" cy="45720"/>
          </a:xfrm>
          <a:prstGeom prst="ellipse">
            <a:avLst/>
          </a:prstGeom>
          <a:solidFill>
            <a:srgbClr val="475569">
              <a:alpha val="30000"/>
            </a:srgbClr>
          </a:solidFill>
          <a:ln w="12700">
            <a:solidFill>
              <a:srgbClr val="475569">
                <a:alpha val="3000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457200" y="0"/>
            <a:ext cx="54864" cy="5143500"/>
          </a:xfrm>
          <a:prstGeom prst="rect">
            <a:avLst/>
          </a:prstGeom>
          <a:solidFill>
            <a:srgbClr val="06B6D4">
              <a:alpha val="40000"/>
            </a:srgbClr>
          </a:solidFill>
          <a:ln w="1270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914400" y="128016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DepGraph</a:t>
            </a:r>
            <a:endParaRPr lang="en-US" sz="7200" dirty="0"/>
          </a:p>
        </p:txBody>
      </p:sp>
      <p:sp>
        <p:nvSpPr>
          <p:cNvPr id="205" name="Text 203"/>
          <p:cNvSpPr/>
          <p:nvPr/>
        </p:nvSpPr>
        <p:spPr>
          <a:xfrm>
            <a:off x="914400" y="2651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Source Dependency Visualization</a:t>
            </a:r>
            <a:endParaRPr lang="en-US" sz="2000" dirty="0"/>
          </a:p>
        </p:txBody>
      </p:sp>
      <p:sp>
        <p:nvSpPr>
          <p:cNvPr id="206" name="Text 204"/>
          <p:cNvSpPr/>
          <p:nvPr/>
        </p:nvSpPr>
        <p:spPr>
          <a:xfrm>
            <a:off x="91440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Graph · Visualize · Detect Cycles</a:t>
            </a:r>
            <a:endParaRPr lang="en-US" sz="1300" dirty="0"/>
          </a:p>
        </p:txBody>
      </p:sp>
      <p:sp>
        <p:nvSpPr>
          <p:cNvPr id="207" name="Text 205"/>
          <p:cNvSpPr/>
          <p:nvPr/>
        </p:nvSpPr>
        <p:spPr>
          <a:xfrm>
            <a:off x="594360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Stephan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DEPENDENCY GRAPHS MATTER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2606040" cy="329184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260604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Coupling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38528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codebases accumulate silent dependencies between modules. A change in one file ripples through dozens of others — and nobody knows until something breaks.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606040" cy="329184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280160"/>
            <a:ext cx="260604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Dependencies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1938528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imports cause subtle runtime errors, build failures, and prevent clean module decomposition. They're notoriously hard to spot by reading code alone.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606040" cy="329184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280160"/>
            <a:ext cx="260604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Visual Overview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1938528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developers have no map of their own codebase. Without one, refactoring, onboarding, and impact analysis are guesswork.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DepGraph Does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OVERVIEW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" y="1527048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graph views: node-edge, treemap, and dependency matrix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" y="2304288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1945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detection — highlights circular dependencies in red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" y="3081528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97180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metrics: depth, impact, stability, and coupling scores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3858768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74904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collapsing, focus lens, minimap, and inline source preview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128016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28032" y="1527048"/>
            <a:ext cx="164592" cy="16459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14173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terminal, search, language filters, and directory scoping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05740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28032" y="2304288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21945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ZIPs or scan local dirs; CLI with tree, JSON, DOT, Mermaid output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63440" y="283464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28032" y="308152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297180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as JSON, PNG, Graphviz DOT, or Mermaid diagram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3611880"/>
            <a:ext cx="3931920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28032" y="3858768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0" y="374904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radius, path finder, refactor simulator, and story mode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BACKEND  +  CYTOSCAPE.JS FRONTEND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4069080" cy="347472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4069080" cy="6400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 ·  app.py + graph.py + parsers.py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3794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Flask HTTP server + CLI entry point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Regex parsers for 11 languages (parsers.py)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Graph engine with metrics (graph.py)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Tarjan’s SCC + depth/impact/stability analysis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ZIP upload + rate limiting + CSRF protection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11 API endpoints including /api/graph, /api/simulate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069080" cy="347472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280160"/>
            <a:ext cx="406908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 ·  index.html + 12 JS modules + style.css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874520"/>
            <a:ext cx="3794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12-module SPA with floating UI panels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Three views: graph, treemap, matrix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Three layouts: force, dagre, concentric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Query terminal, filters, keyboard shortcuts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10-panel sidebar with analysis tools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JSON / PNG / DOT / Mermaid export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2926080"/>
            <a:ext cx="5486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ysDash"/>
          </a:ln>
        </p:spPr>
      </p:sp>
      <p:sp>
        <p:nvSpPr>
          <p:cNvPr id="15" name="Text 13"/>
          <p:cNvSpPr/>
          <p:nvPr/>
        </p:nvSpPr>
        <p:spPr>
          <a:xfrm>
            <a:off x="4434840" y="26974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Parsing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REGEX-BASED IMPORT / INCLUDE DETECTION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1115568" cy="292608"/>
          </a:xfrm>
          <a:prstGeom prst="rect">
            <a:avLst/>
          </a:prstGeom>
          <a:solidFill>
            <a:srgbClr val="6366F1">
              <a:alpha val="2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/ C++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234440"/>
            <a:ext cx="1115568" cy="292608"/>
          </a:xfrm>
          <a:prstGeom prst="rect">
            <a:avLst/>
          </a:prstGeom>
          <a:solidFill>
            <a:srgbClr val="6366F1">
              <a:alpha val="2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1234440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34640" y="1234440"/>
            <a:ext cx="1115568" cy="292608"/>
          </a:xfrm>
          <a:prstGeom prst="rect">
            <a:avLst/>
          </a:prstGeom>
          <a:solidFill>
            <a:srgbClr val="6366F1">
              <a:alpha val="2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234440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3360" y="1234440"/>
            <a:ext cx="1115568" cy="292608"/>
          </a:xfrm>
          <a:prstGeom prst="rect">
            <a:avLst/>
          </a:prstGeom>
          <a:solidFill>
            <a:srgbClr val="6366F1">
              <a:alpha val="2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234440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212080" y="1234440"/>
            <a:ext cx="1115568" cy="292608"/>
          </a:xfrm>
          <a:prstGeom prst="rect">
            <a:avLst/>
          </a:prstGeom>
          <a:solidFill>
            <a:srgbClr val="6366F1">
              <a:alpha val="2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234440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0" y="1234440"/>
            <a:ext cx="1115568" cy="292608"/>
          </a:xfrm>
          <a:prstGeom prst="rect">
            <a:avLst/>
          </a:prstGeom>
          <a:solidFill>
            <a:srgbClr val="6366F1">
              <a:alpha val="2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234440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234440"/>
            <a:ext cx="1115568" cy="292608"/>
          </a:xfrm>
          <a:prstGeom prst="rect">
            <a:avLst/>
          </a:prstGeom>
          <a:solidFill>
            <a:srgbClr val="6366F1">
              <a:alpha val="25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0" y="1234440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1645920"/>
            <a:ext cx="5029200" cy="3017520"/>
          </a:xfrm>
          <a:prstGeom prst="rect">
            <a:avLst/>
          </a:prstGeom>
          <a:solidFill>
            <a:srgbClr val="0D1117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1645920"/>
            <a:ext cx="64008" cy="30175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173736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 / C++  —  matches both system and local includes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INCLUDE_RE = re.compile(r'#include\s*(&lt;|")([^&gt;"]+)(&gt;|")')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JavaScript / TypeScript  —  ESM imports + CommonJS require()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JS_IMPORT_RE = re.compile(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r'(?:import\s+(?:[\s\S]*?\s+from\s+)?[\'\"]([\'\"]+)[\'\"]'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r'|require\s*\(\s*[\'\"]([\'\"]+)[\'\"]\s*\))'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 —  from foo.bar import X  and  import foo.bar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PY_FROM_IMPORT_RE = re.compile(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r'^from\s+(\.{0,3}[\w.]*) \s+import\s+(.+)$', re.MULTILINE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645920"/>
            <a:ext cx="3017520" cy="969264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8521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vs. Local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52160" y="203911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Angle-bracket includes (&lt;stdio.h&gt;) flagged as system imports, suppressible via hide_system.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0" y="2743200"/>
            <a:ext cx="3017520" cy="969264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52160" y="2852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Extensionless Probing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52160" y="313639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JS/TS imports without extensions probe .js, .jsx, .ts, .tsx, and index.* files.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3017520" cy="969264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52160" y="39502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filter + C#, Swift, Ruby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52160" y="42336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stdlib sets for Python, Ruby, and Swift system modules classify imports as external without file I/O.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Construction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NODES, EDGES, METRICS, AND COLORING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5029200" cy="3474720"/>
          </a:xfrm>
          <a:prstGeom prst="rect">
            <a:avLst/>
          </a:prstGeom>
          <a:solidFill>
            <a:srgbClr val="0D1117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61872"/>
            <a:ext cx="64008" cy="3474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53312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_build_graph(directory, hide_system, show_c, show_h, ...):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nodes, edges, node_set = [], [], set()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files_to_parse = _collect_source_files(...)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known_files = {os.path.relpath(fp, directory) for fp in files_to_parse}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def _add_edge(source, target):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edges.append({"data": {"source": source, "target": target}})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if target not in node_set: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nodes.append({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 "data": {"id": target, "color": _color_for_path(target)}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node_set.add(target)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for filepath in files_to_parse: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# parse file → for each import → _add_edge(filename, resolved)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...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0" y="1261872"/>
            <a:ext cx="3017520" cy="11155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0" y="1261872"/>
            <a:ext cx="64008" cy="11155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coloring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852160" y="1682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_color_for_path() hashes the directory name with MD5 → index into a 20-color cool-tone palette. Same directory = same color.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0" y="2496312"/>
            <a:ext cx="3017520" cy="11155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0" y="2496312"/>
            <a:ext cx="64008" cy="11155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sizing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0" y="291693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Cytoscape frontend counts inbound edges per node and scales node width/height proportionally.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3730752"/>
            <a:ext cx="3017520" cy="111556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0" y="3730752"/>
            <a:ext cx="64008" cy="11155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engine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415137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depth, impact, stability (I = Ce/(Ca+Ce)), directory coupling scores, and unused file detection per node.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Detection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TARJAN'S STRONGLY CONNECTED COMPONENTS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5394960" cy="3611880"/>
          </a:xfrm>
          <a:prstGeom prst="rect">
            <a:avLst/>
          </a:prstGeom>
          <a:solidFill>
            <a:srgbClr val="0D1117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61872"/>
            <a:ext cx="64008" cy="3611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53312"/>
            <a:ext cx="52120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_find_sccs(adj):          # adj = adjacency list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index_counter = [0]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stack, indices, lowlinks, on_stack, sccs = [], {}, {}, set(), []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def strongconnect(v):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indices[v] = lowlinks[v] = index_counter[0]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index_counter[0] +=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stack.append(v); on_stack.add(v)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for w in adj.get(v, []):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if w not in indices: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 strongconnect(w)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 lowlinks[v] = min(lowlinks[v], lowlinks[w])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elif w in on_stack: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 lowlinks[v] = min(lowlinks[v], indices[w])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if lowlinks[v] == indices[v]:    # root of an SCC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scc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while True: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 w = stack.pop(); on_stack.remove(w); scc.append(w)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 if w == v: break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sccs.append(scc)            # len &gt; 1 → circular dependency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0" y="1261872"/>
            <a:ext cx="2697480" cy="114300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35040" y="1261872"/>
            <a:ext cx="269748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417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17373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SCC with more than 1 node is a cycle. A→B→C→A is caught as one SCC.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2523744"/>
            <a:ext cx="2697480" cy="114300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2523744"/>
            <a:ext cx="269748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2679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surfaced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29992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 edges are colored red in Cytoscape. The sidebar lists every cycle and a banner warns the user.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3785616"/>
            <a:ext cx="2697480" cy="114300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3785616"/>
            <a:ext cx="2697480" cy="640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9410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426110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O(V + E) — linear in the size of the graph. Fast even on large codebases.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Frontend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CYTOSCAPE.JS + THREE LAYOUTS + THREE VIEWS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4937760" cy="2880360"/>
          </a:xfrm>
          <a:prstGeom prst="rect">
            <a:avLst/>
          </a:prstGeom>
          <a:solidFill>
            <a:srgbClr val="0D1117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61872"/>
            <a:ext cx="64008" cy="2880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53312"/>
            <a:ext cx="4754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Cytoscape.js initialization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 = cytoscape({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container: document.getElementById('cy'),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elements: { nodes: data.nodes, edges: data.edges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style: 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{ selector: 'node',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style: { 'background-color': 'data(color)',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'width': 'data(size)', 'height': 'data(size)' }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{ selector: 'edge.cyclic',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style: { 'line-color': '#EF4444', 'width': 2 }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layout: { name: 'dagre', rankDir: 'TB', nodeSep: 50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77840" y="1261872"/>
            <a:ext cx="3108960" cy="91440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77840" y="1261872"/>
            <a:ext cx="64008" cy="914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1353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Cytoscape.js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Battle-tested graph library. Three views: node-edge graph, treemap, and dependency matrix.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2295144"/>
            <a:ext cx="3108960" cy="91440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77840" y="2295144"/>
            <a:ext cx="64008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layouts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60720" y="267919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Force-directed, hierarchical (dagre), and concentric. Auto-arranges nodes with spinner-based loading transitions.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3328416"/>
            <a:ext cx="3108960" cy="91440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77840" y="3328416"/>
            <a:ext cx="64008" cy="9144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12-Module SPA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60720" y="37124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JS modules (graph-core, views, ui, tools, analysis, exports, query, simulation, story, state, tour) plus index.html and style.css. Floating panels with rounded corners.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deps: Cytoscape.js, cytoscape-dagre, Prism.js. Plus minimap, focus lens, query terminal.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Design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ENDPOINTS — GRAPH, ANALYSIS, AND TOOLS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5074920" cy="3017520"/>
          </a:xfrm>
          <a:prstGeom prst="rect">
            <a:avLst/>
          </a:prstGeom>
          <a:solidFill>
            <a:srgbClr val="0D1117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61872"/>
            <a:ext cx="64008" cy="30175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53312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/api/graph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?dir=./src          # directory to scan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&amp;hide_system=true   # suppress angle-bracket / stdlib imports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&amp;show_c=true        # include .c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&amp;show_h=true        # include .h header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&amp;show_cpp=false     # include .cpp/.hpp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&amp;show_js=false      # include .js/.ts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&amp;hide_isolated=false  # drop nodes with no edges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&amp;filter_dir=src/core  # restrict to path prefix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Returns JSON: { nodes, edges, has_cycles, cycles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4407408"/>
            <a:ext cx="5074920" cy="594360"/>
          </a:xfrm>
          <a:prstGeom prst="rect">
            <a:avLst/>
          </a:prstGeom>
          <a:solidFill>
            <a:srgbClr val="0D1117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4407408"/>
            <a:ext cx="64008" cy="594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49884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/api/upload    (multipart/form-data)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file: &lt;ZIP archive or single source file&gt;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+ same filter params as GET /api/graph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# ZIP files extracted to a temp dir, parsed, then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# the temp dir is removed after the response.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Also: /api/detect, /api/file, /api/diff, /api/layers, /api/rules, /api/simulate, /api/story, /api/config, /api/csrf-token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0" y="1261872"/>
            <a:ext cx="3063240" cy="3310128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Schema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52160" y="21031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of {data: {id, color, size}}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0" y="25786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285292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of {data: {source, target, color}}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852160" y="33284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has_cycles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852160" y="360273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— true if any SCC &gt; 1 node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52160" y="40782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852160" y="435254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of string arrays (cycle members). Also returns: unused_files, coupling, depth_warnings.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TOOLS?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4069080" cy="150876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406908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99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over FastAPI / Django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7556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11 endpoints, Flask’s minimal surface keeps the server lean — no ORM, no migrations, no config layer.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069080" cy="150876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280160"/>
            <a:ext cx="406908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399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parsing over AST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7556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ASTs require per-language toolchains (libclang, tree-sitter, etc.). Regex is portable, fast, and good enough for import/include extraction at the file level.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069080" cy="150876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971800"/>
            <a:ext cx="406908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090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Cytoscape.js over D3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4472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Cytoscape.js is purpose-built for graph/network visualization. Built-in dagre layout, click events, and style selectors mean far less custom code than D3.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0600" y="2971800"/>
            <a:ext cx="4069080" cy="150876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2971800"/>
            <a:ext cx="406908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3090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Multi-file, zero-build frontend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34472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npm, no webpack, no hot-reload. The UI is 12 JS modules plus index.html and style.css — all served by Flask’s static folder.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in Action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· SEARCH · ANALYSIS · EXPORTS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8229600" cy="1828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80160"/>
            <a:ext cx="2724912" cy="347472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724912" cy="6400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41732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" y="1828800"/>
            <a:ext cx="24871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11 languages: C, C++, JS/TS, Python, Java, Go, Rust, C#, Swift, Ruby (+ headers)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system/external imports; auto-detect language mode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to a relative directory prefix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isolated nodes (no edges)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724912" cy="347472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2724912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41732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19272" y="1828800"/>
            <a:ext cx="24871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bar + Quick Jump (Cmd+K) to find any file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10-panel sidebar: Refs, Analysis, Blast Radius, Layers, Rules, Path Finder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terminal for metric-based filtering (e.g. inbound &gt; 3)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Pan, zoom, minimap, focus lens, directory collapsing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724912" cy="347472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2724912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41732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53912" y="1828800"/>
            <a:ext cx="24871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 —  full node/edge data with metrics for downstream use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  — snapshot of the current canvas 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/ Mermaid  —  Graphviz and Mermaid for further processing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931920" cy="1261872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08760"/>
            <a:ext cx="64008" cy="1261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2763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Symbol-level dependencies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196596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beyond file-level to function/class imports — show exactly what each module uses.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508760"/>
            <a:ext cx="3931920" cy="1261872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508760"/>
            <a:ext cx="64008" cy="1261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7488" y="162763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 support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47488" y="196596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multi-package repos (yarn workspaces, Go modules, Cargo workspaces) as first-class citizens.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2971800"/>
            <a:ext cx="3931920" cy="1261872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971800"/>
            <a:ext cx="64008" cy="1261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09067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collaboration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2688" y="342900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multi-user graph exploration with shared cursors and annotations.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3931920" cy="1261872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971800"/>
            <a:ext cx="64008" cy="12618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47488" y="309067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ecosystem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47488" y="342900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architecture for custom parsers, analysis rules, and third-party integrations.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47548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Flask · Cytoscape.js · Python · Love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DepGraph</dc:title>
  <dc:subject>PptxGenJS Presentation</dc:subject>
  <dc:creator>Harrison</dc:creator>
  <cp:lastModifiedBy>Harrison</cp:lastModifiedBy>
  <cp:revision>1</cp:revision>
  <dcterms:created xsi:type="dcterms:W3CDTF">2026-04-03T13:46:59Z</dcterms:created>
  <dcterms:modified xsi:type="dcterms:W3CDTF">2026-04-03T13:46:59Z</dcterms:modified>
</cp:coreProperties>
</file>